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6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7556500" cy="10693400"/>
  <p:notesSz cx="6858000" cy="9144000"/>
  <p:embeddedFontLst>
    <p:embeddedFont>
      <p:font typeface="Bebas Neue Cyrillic" charset="1" panose="02000506000000020004"/>
      <p:regular r:id="rId20"/>
    </p:embeddedFont>
    <p:embeddedFont>
      <p:font typeface="Now Bold" charset="1" panose="00000800000000000000"/>
      <p:regular r:id="rId21"/>
    </p:embeddedFont>
    <p:embeddedFont>
      <p:font typeface="Now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image" Target="../media/image12.png"/><Relationship Id="rId8" Type="http://schemas.openxmlformats.org/officeDocument/2006/relationships/image" Target="../media/image13.svg"/><Relationship Id="rId9" Type="http://schemas.openxmlformats.org/officeDocument/2006/relationships/image" Target="../media/image14.png"/><Relationship Id="rId10" Type="http://schemas.openxmlformats.org/officeDocument/2006/relationships/image" Target="../media/image15.svg"/><Relationship Id="rId11" Type="http://schemas.openxmlformats.org/officeDocument/2006/relationships/image" Target="../media/image16.png"/><Relationship Id="rId12" Type="http://schemas.openxmlformats.org/officeDocument/2006/relationships/image" Target="../media/image17.svg"/><Relationship Id="rId13" Type="http://schemas.openxmlformats.org/officeDocument/2006/relationships/image" Target="../media/image18.png"/><Relationship Id="rId14" Type="http://schemas.openxmlformats.org/officeDocument/2006/relationships/image" Target="../media/image19.svg"/><Relationship Id="rId15" Type="http://schemas.openxmlformats.org/officeDocument/2006/relationships/image" Target="../media/image20.png"/><Relationship Id="rId16" Type="http://schemas.openxmlformats.org/officeDocument/2006/relationships/image" Target="../media/image21.svg"/><Relationship Id="rId17" Type="http://schemas.openxmlformats.org/officeDocument/2006/relationships/image" Target="../media/image22.png"/><Relationship Id="rId18" Type="http://schemas.openxmlformats.org/officeDocument/2006/relationships/image" Target="../media/image2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svg"/><Relationship Id="rId4" Type="http://schemas.openxmlformats.org/officeDocument/2006/relationships/image" Target="../media/image28.png"/><Relationship Id="rId5" Type="http://schemas.openxmlformats.org/officeDocument/2006/relationships/image" Target="../media/image29.svg"/><Relationship Id="rId6" Type="http://schemas.openxmlformats.org/officeDocument/2006/relationships/image" Target="../media/image30.png"/><Relationship Id="rId7" Type="http://schemas.openxmlformats.org/officeDocument/2006/relationships/image" Target="../media/image3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Relationship Id="rId4" Type="http://schemas.openxmlformats.org/officeDocument/2006/relationships/image" Target="../media/image16.png"/><Relationship Id="rId5" Type="http://schemas.openxmlformats.org/officeDocument/2006/relationships/image" Target="../media/image1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11062" y="2067421"/>
            <a:ext cx="5537876" cy="7372957"/>
            <a:chOff x="0" y="0"/>
            <a:chExt cx="3663950" cy="48780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3600450" cy="4814570"/>
            </a:xfrm>
            <a:custGeom>
              <a:avLst/>
              <a:gdLst/>
              <a:ahLst/>
              <a:cxnLst/>
              <a:rect r="r" b="b" t="t" l="l"/>
              <a:pathLst>
                <a:path h="481457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2">
                <a:alphaModFix amt="39000"/>
              </a:blip>
              <a:stretch>
                <a:fillRect l="0" t="-6086" r="0" b="-6086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63950" cy="4878070"/>
            </a:xfrm>
            <a:custGeom>
              <a:avLst/>
              <a:gdLst/>
              <a:ahLst/>
              <a:cxnLst/>
              <a:rect r="r" b="b" t="t" l="l"/>
              <a:pathLst>
                <a:path h="4878070" w="366395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FFFFFF">
                <a:alpha val="3882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140932" y="7921686"/>
            <a:ext cx="3278136" cy="1810234"/>
            <a:chOff x="0" y="0"/>
            <a:chExt cx="1375265" cy="7594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5265" cy="759441"/>
            </a:xfrm>
            <a:custGeom>
              <a:avLst/>
              <a:gdLst/>
              <a:ahLst/>
              <a:cxnLst/>
              <a:rect r="r" b="b" t="t" l="l"/>
              <a:pathLst>
                <a:path h="759441" w="1375265">
                  <a:moveTo>
                    <a:pt x="0" y="0"/>
                  </a:moveTo>
                  <a:lnTo>
                    <a:pt x="1375265" y="0"/>
                  </a:lnTo>
                  <a:lnTo>
                    <a:pt x="1375265" y="759441"/>
                  </a:lnTo>
                  <a:lnTo>
                    <a:pt x="0" y="759441"/>
                  </a:lnTo>
                  <a:close/>
                </a:path>
              </a:pathLst>
            </a:custGeom>
            <a:solidFill>
              <a:srgbClr val="EDEDE9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75265" cy="788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2926" y="2786926"/>
            <a:ext cx="5334149" cy="684471"/>
            <a:chOff x="0" y="0"/>
            <a:chExt cx="1911639" cy="2452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11639" cy="245299"/>
            </a:xfrm>
            <a:custGeom>
              <a:avLst/>
              <a:gdLst/>
              <a:ahLst/>
              <a:cxnLst/>
              <a:rect r="r" b="b" t="t" l="l"/>
              <a:pathLst>
                <a:path h="245299" w="1911639">
                  <a:moveTo>
                    <a:pt x="0" y="0"/>
                  </a:moveTo>
                  <a:lnTo>
                    <a:pt x="1911639" y="0"/>
                  </a:lnTo>
                  <a:lnTo>
                    <a:pt x="1911639" y="245299"/>
                  </a:lnTo>
                  <a:lnTo>
                    <a:pt x="0" y="2452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911639" cy="273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140932" y="3875419"/>
            <a:ext cx="3278136" cy="3414725"/>
          </a:xfrm>
          <a:custGeom>
            <a:avLst/>
            <a:gdLst/>
            <a:ahLst/>
            <a:cxnLst/>
            <a:rect r="r" b="b" t="t" l="l"/>
            <a:pathLst>
              <a:path h="3414725" w="3278136">
                <a:moveTo>
                  <a:pt x="0" y="0"/>
                </a:moveTo>
                <a:lnTo>
                  <a:pt x="3278136" y="0"/>
                </a:lnTo>
                <a:lnTo>
                  <a:pt x="3278136" y="3414725"/>
                </a:lnTo>
                <a:lnTo>
                  <a:pt x="0" y="3414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1147583" y="653448"/>
            <a:ext cx="5334149" cy="2439714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77"/>
              </a:lnSpc>
            </a:pPr>
            <a:r>
              <a:rPr lang="en-US" sz="14198">
                <a:solidFill>
                  <a:srgbClr val="0F2F61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WELCOME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4388" y="2914214"/>
            <a:ext cx="4791224" cy="382270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6700"/>
                </a:solidFill>
                <a:latin typeface="Now Bold"/>
                <a:ea typeface="Now Bold"/>
                <a:cs typeface="Now Bold"/>
                <a:sym typeface="Now Bold"/>
              </a:rPr>
              <a:t>PLEASE MAKE YOURSELF AT 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39596" y="8490580"/>
            <a:ext cx="2280808" cy="1017668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7"/>
              </a:lnSpc>
            </a:pPr>
            <a:r>
              <a:rPr lang="en-US" sz="3160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Apartment </a:t>
            </a:r>
          </a:p>
          <a:p>
            <a:pPr algn="ctr">
              <a:lnSpc>
                <a:spcPts val="4077"/>
              </a:lnSpc>
            </a:pPr>
            <a:r>
              <a:rPr lang="en-US" sz="3160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name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73421" y="8143516"/>
            <a:ext cx="813158" cy="309865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</a:pPr>
            <a:r>
              <a:rPr lang="en-US" sz="1793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TO THE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30489" y="1034886"/>
            <a:ext cx="5469936" cy="3598642"/>
            <a:chOff x="0" y="0"/>
            <a:chExt cx="9652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91650" cy="6350000"/>
            </a:xfrm>
            <a:custGeom>
              <a:avLst/>
              <a:gdLst/>
              <a:ahLst/>
              <a:cxnLst/>
              <a:rect r="r" b="b" t="t" l="l"/>
              <a:pathLst>
                <a:path h="6350000" w="9391650">
                  <a:moveTo>
                    <a:pt x="0" y="0"/>
                  </a:moveTo>
                  <a:lnTo>
                    <a:pt x="0" y="6350000"/>
                  </a:lnTo>
                  <a:lnTo>
                    <a:pt x="3789680" y="6350000"/>
                  </a:lnTo>
                  <a:lnTo>
                    <a:pt x="9391650" y="0"/>
                  </a:lnTo>
                  <a:close/>
                </a:path>
              </a:pathLst>
            </a:custGeom>
            <a:blipFill>
              <a:blip r:embed="rId2"/>
              <a:stretch>
                <a:fillRect l="0" t="-5524" r="0" b="-5524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64000" y="0"/>
              <a:ext cx="5588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588000">
                  <a:moveTo>
                    <a:pt x="5588000" y="6350000"/>
                  </a:moveTo>
                  <a:lnTo>
                    <a:pt x="0" y="6350000"/>
                  </a:lnTo>
                  <a:lnTo>
                    <a:pt x="5588000" y="0"/>
                  </a:lnTo>
                  <a:close/>
                </a:path>
              </a:pathLst>
            </a:custGeom>
            <a:solidFill>
              <a:srgbClr val="D6CCC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311563" y="5777240"/>
            <a:ext cx="2987273" cy="654356"/>
            <a:chOff x="0" y="0"/>
            <a:chExt cx="1183709" cy="2592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3710" cy="259289"/>
            </a:xfrm>
            <a:custGeom>
              <a:avLst/>
              <a:gdLst/>
              <a:ahLst/>
              <a:cxnLst/>
              <a:rect r="r" b="b" t="t" l="l"/>
              <a:pathLst>
                <a:path h="259289" w="1183710">
                  <a:moveTo>
                    <a:pt x="0" y="0"/>
                  </a:moveTo>
                  <a:lnTo>
                    <a:pt x="1183710" y="0"/>
                  </a:lnTo>
                  <a:lnTo>
                    <a:pt x="1183710" y="259289"/>
                  </a:lnTo>
                  <a:lnTo>
                    <a:pt x="0" y="259289"/>
                  </a:lnTo>
                  <a:close/>
                </a:path>
              </a:pathLst>
            </a:custGeom>
            <a:solidFill>
              <a:srgbClr val="B9A29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183709" cy="287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69212" y="7580239"/>
            <a:ext cx="1071977" cy="107197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469315" y="7780342"/>
            <a:ext cx="671770" cy="671770"/>
          </a:xfrm>
          <a:custGeom>
            <a:avLst/>
            <a:gdLst/>
            <a:ahLst/>
            <a:cxnLst/>
            <a:rect r="r" b="b" t="t" l="l"/>
            <a:pathLst>
              <a:path h="671770" w="671770">
                <a:moveTo>
                  <a:pt x="0" y="0"/>
                </a:moveTo>
                <a:lnTo>
                  <a:pt x="671770" y="0"/>
                </a:lnTo>
                <a:lnTo>
                  <a:pt x="671770" y="671770"/>
                </a:lnTo>
                <a:lnTo>
                  <a:pt x="0" y="671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1030489" y="4740027"/>
            <a:ext cx="5549422" cy="1037213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3"/>
              </a:lnSpc>
            </a:pPr>
            <a:r>
              <a:rPr lang="en-US" sz="6059">
                <a:solidFill>
                  <a:srgbClr val="FF67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CHECK-IN | CHECK-OUT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11563" y="5922304"/>
            <a:ext cx="2987273" cy="371535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8"/>
              </a:lnSpc>
            </a:pPr>
            <a:r>
              <a:rPr lang="en-US" sz="217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4PM | 10AM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5154" y="6592542"/>
            <a:ext cx="4360607" cy="444373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2"/>
              </a:lnSpc>
            </a:pPr>
            <a:r>
              <a:rPr lang="en-US" sz="126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Please let us know if you need somewhere to store your</a:t>
            </a:r>
          </a:p>
          <a:p>
            <a:pPr algn="ctr">
              <a:lnSpc>
                <a:spcPts val="1772"/>
              </a:lnSpc>
            </a:pPr>
            <a:r>
              <a:rPr lang="en-US" sz="126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luggage on check-in | check-out days.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34249" y="8872820"/>
            <a:ext cx="946099" cy="569572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9"/>
              </a:lnSpc>
            </a:pPr>
            <a:r>
              <a:rPr lang="en-US" sz="1085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Address</a:t>
            </a:r>
          </a:p>
          <a:p>
            <a:pPr algn="ctr">
              <a:lnSpc>
                <a:spcPts val="1519"/>
              </a:lnSpc>
            </a:pPr>
          </a:p>
          <a:p>
            <a:pPr algn="ctr">
              <a:lnSpc>
                <a:spcPts val="1519"/>
              </a:lnSpc>
            </a:pPr>
            <a:r>
              <a:rPr lang="en-US" sz="1085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Phone number</a:t>
            </a:r>
          </a:p>
        </p:txBody>
      </p:sp>
      <p:sp>
        <p:nvSpPr>
          <p:cNvPr name="AutoShape 22" id="22"/>
          <p:cNvSpPr/>
          <p:nvPr/>
        </p:nvSpPr>
        <p:spPr>
          <a:xfrm>
            <a:off x="2671470" y="7375088"/>
            <a:ext cx="2187975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diamond" len="lg" w="lg"/>
            <a:tailEnd type="diamond" len="lg" w="lg"/>
          </a:ln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76080" y="1042908"/>
            <a:ext cx="5400640" cy="3037822"/>
            <a:chOff x="0" y="0"/>
            <a:chExt cx="1128903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7761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2"/>
              <a:stretch>
                <a:fillRect l="0" t="-9265" r="0" b="-9265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026363" y="2754654"/>
            <a:ext cx="1513651" cy="1513651"/>
          </a:xfrm>
          <a:custGeom>
            <a:avLst/>
            <a:gdLst/>
            <a:ahLst/>
            <a:cxnLst/>
            <a:rect r="r" b="b" t="t" l="l"/>
            <a:pathLst>
              <a:path h="1513651" w="1513651">
                <a:moveTo>
                  <a:pt x="0" y="0"/>
                </a:moveTo>
                <a:lnTo>
                  <a:pt x="1513651" y="0"/>
                </a:lnTo>
                <a:lnTo>
                  <a:pt x="1513651" y="1513651"/>
                </a:lnTo>
                <a:lnTo>
                  <a:pt x="0" y="15136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1236785" y="5366196"/>
            <a:ext cx="1248682" cy="124868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164072" y="5366196"/>
            <a:ext cx="1248682" cy="1248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27195" y="5366196"/>
            <a:ext cx="1248682" cy="12486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6785" y="7585140"/>
            <a:ext cx="1248682" cy="124868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164072" y="7580075"/>
            <a:ext cx="1248682" cy="124868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27195" y="7580075"/>
            <a:ext cx="1248682" cy="124868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457483" y="5685466"/>
            <a:ext cx="807286" cy="620876"/>
          </a:xfrm>
          <a:custGeom>
            <a:avLst/>
            <a:gdLst/>
            <a:ahLst/>
            <a:cxnLst/>
            <a:rect r="r" b="b" t="t" l="l"/>
            <a:pathLst>
              <a:path h="620876" w="807286">
                <a:moveTo>
                  <a:pt x="0" y="0"/>
                </a:moveTo>
                <a:lnTo>
                  <a:pt x="807286" y="0"/>
                </a:lnTo>
                <a:lnTo>
                  <a:pt x="807286" y="620875"/>
                </a:lnTo>
                <a:lnTo>
                  <a:pt x="0" y="620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30" id="30"/>
          <p:cNvSpPr/>
          <p:nvPr/>
        </p:nvSpPr>
        <p:spPr>
          <a:xfrm flipH="false" flipV="false" rot="0">
            <a:off x="3363582" y="5639462"/>
            <a:ext cx="852361" cy="712884"/>
          </a:xfrm>
          <a:custGeom>
            <a:avLst/>
            <a:gdLst/>
            <a:ahLst/>
            <a:cxnLst/>
            <a:rect r="r" b="b" t="t" l="l"/>
            <a:pathLst>
              <a:path h="712884" w="852361">
                <a:moveTo>
                  <a:pt x="0" y="0"/>
                </a:moveTo>
                <a:lnTo>
                  <a:pt x="852361" y="0"/>
                </a:lnTo>
                <a:lnTo>
                  <a:pt x="852361" y="712883"/>
                </a:lnTo>
                <a:lnTo>
                  <a:pt x="0" y="7128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31" id="31"/>
          <p:cNvSpPr/>
          <p:nvPr/>
        </p:nvSpPr>
        <p:spPr>
          <a:xfrm flipH="false" flipV="false" rot="0">
            <a:off x="5446009" y="5808287"/>
            <a:ext cx="454140" cy="359114"/>
          </a:xfrm>
          <a:custGeom>
            <a:avLst/>
            <a:gdLst/>
            <a:ahLst/>
            <a:cxnLst/>
            <a:rect r="r" b="b" t="t" l="l"/>
            <a:pathLst>
              <a:path h="359114" w="454140">
                <a:moveTo>
                  <a:pt x="0" y="0"/>
                </a:moveTo>
                <a:lnTo>
                  <a:pt x="454140" y="0"/>
                </a:lnTo>
                <a:lnTo>
                  <a:pt x="454140" y="359115"/>
                </a:lnTo>
                <a:lnTo>
                  <a:pt x="0" y="3591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32" id="32"/>
          <p:cNvSpPr/>
          <p:nvPr/>
        </p:nvSpPr>
        <p:spPr>
          <a:xfrm flipH="true" flipV="false" rot="0">
            <a:off x="5309430" y="5639462"/>
            <a:ext cx="712884" cy="712884"/>
          </a:xfrm>
          <a:custGeom>
            <a:avLst/>
            <a:gdLst/>
            <a:ahLst/>
            <a:cxnLst/>
            <a:rect r="r" b="b" t="t" l="l"/>
            <a:pathLst>
              <a:path h="712884" w="712884">
                <a:moveTo>
                  <a:pt x="712883" y="0"/>
                </a:moveTo>
                <a:lnTo>
                  <a:pt x="0" y="0"/>
                </a:lnTo>
                <a:lnTo>
                  <a:pt x="0" y="712883"/>
                </a:lnTo>
                <a:lnTo>
                  <a:pt x="712883" y="712883"/>
                </a:lnTo>
                <a:lnTo>
                  <a:pt x="712883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33" id="33"/>
          <p:cNvSpPr/>
          <p:nvPr/>
        </p:nvSpPr>
        <p:spPr>
          <a:xfrm flipH="false" flipV="false" rot="0">
            <a:off x="1600247" y="7837869"/>
            <a:ext cx="521758" cy="743224"/>
          </a:xfrm>
          <a:custGeom>
            <a:avLst/>
            <a:gdLst/>
            <a:ahLst/>
            <a:cxnLst/>
            <a:rect r="r" b="b" t="t" l="l"/>
            <a:pathLst>
              <a:path h="743224" w="521758">
                <a:moveTo>
                  <a:pt x="0" y="0"/>
                </a:moveTo>
                <a:lnTo>
                  <a:pt x="521758" y="0"/>
                </a:lnTo>
                <a:lnTo>
                  <a:pt x="521758" y="743224"/>
                </a:lnTo>
                <a:lnTo>
                  <a:pt x="0" y="7432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34" id="34"/>
          <p:cNvSpPr/>
          <p:nvPr/>
        </p:nvSpPr>
        <p:spPr>
          <a:xfrm flipH="false" flipV="false" rot="0">
            <a:off x="3461583" y="7832804"/>
            <a:ext cx="656359" cy="753353"/>
          </a:xfrm>
          <a:custGeom>
            <a:avLst/>
            <a:gdLst/>
            <a:ahLst/>
            <a:cxnLst/>
            <a:rect r="r" b="b" t="t" l="l"/>
            <a:pathLst>
              <a:path h="753353" w="656359">
                <a:moveTo>
                  <a:pt x="0" y="0"/>
                </a:moveTo>
                <a:lnTo>
                  <a:pt x="656359" y="0"/>
                </a:lnTo>
                <a:lnTo>
                  <a:pt x="656359" y="753353"/>
                </a:lnTo>
                <a:lnTo>
                  <a:pt x="0" y="75335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35" id="35"/>
          <p:cNvSpPr/>
          <p:nvPr/>
        </p:nvSpPr>
        <p:spPr>
          <a:xfrm flipH="false" flipV="false" rot="0">
            <a:off x="5272871" y="7859052"/>
            <a:ext cx="762854" cy="690730"/>
          </a:xfrm>
          <a:custGeom>
            <a:avLst/>
            <a:gdLst/>
            <a:ahLst/>
            <a:cxnLst/>
            <a:rect r="r" b="b" t="t" l="l"/>
            <a:pathLst>
              <a:path h="690730" w="762854">
                <a:moveTo>
                  <a:pt x="0" y="0"/>
                </a:moveTo>
                <a:lnTo>
                  <a:pt x="762855" y="0"/>
                </a:lnTo>
                <a:lnTo>
                  <a:pt x="762855" y="690729"/>
                </a:lnTo>
                <a:lnTo>
                  <a:pt x="0" y="69072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TextBox 36" id="36"/>
          <p:cNvSpPr txBox="true"/>
          <p:nvPr/>
        </p:nvSpPr>
        <p:spPr>
          <a:xfrm rot="0">
            <a:off x="2299804" y="4264480"/>
            <a:ext cx="2966769" cy="964057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8"/>
              </a:lnSpc>
            </a:pPr>
            <a:r>
              <a:rPr lang="en-US" sz="5641">
                <a:solidFill>
                  <a:srgbClr val="FF67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HOUSE RULES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77705" y="6824728"/>
            <a:ext cx="1329050" cy="522748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NO SMOKING</a:t>
            </a:r>
          </a:p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Except in designated</a:t>
            </a:r>
          </a:p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area outside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244864" y="6824728"/>
            <a:ext cx="1076649" cy="522748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NO LOUD NOISE</a:t>
            </a:r>
          </a:p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Especially after</a:t>
            </a:r>
          </a:p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10pm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040023" y="6824728"/>
            <a:ext cx="1223026" cy="522748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NO PETS ALLOWED</a:t>
            </a:r>
          </a:p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No</a:t>
            </a:r>
          </a:p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Exceptions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62088" y="9017129"/>
            <a:ext cx="1388954" cy="522748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NO EXTRA GUESTS</a:t>
            </a:r>
          </a:p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Except people named</a:t>
            </a:r>
          </a:p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on the booking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90632" y="9017129"/>
            <a:ext cx="1613783" cy="522748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CHECKOUT 10AM </a:t>
            </a:r>
          </a:p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We need to get the house</a:t>
            </a:r>
          </a:p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ready for the next guests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007989" y="9017129"/>
            <a:ext cx="1315765" cy="522748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NO SHOES </a:t>
            </a:r>
          </a:p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Please remove all</a:t>
            </a:r>
          </a:p>
          <a:p>
            <a:pPr algn="ctr">
              <a:lnSpc>
                <a:spcPts val="1414"/>
              </a:lnSpc>
            </a:pPr>
            <a:r>
              <a:rPr lang="en-US" sz="1010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footwear </a:t>
            </a:r>
            <a:r>
              <a:rPr lang="en-US" sz="1010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at the door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4800" y="1334013"/>
            <a:ext cx="5434923" cy="1725510"/>
            <a:chOff x="0" y="0"/>
            <a:chExt cx="2434692" cy="7729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4692" cy="772980"/>
            </a:xfrm>
            <a:custGeom>
              <a:avLst/>
              <a:gdLst/>
              <a:ahLst/>
              <a:cxnLst/>
              <a:rect r="r" b="b" t="t" l="l"/>
              <a:pathLst>
                <a:path h="772980" w="2434692">
                  <a:moveTo>
                    <a:pt x="0" y="0"/>
                  </a:moveTo>
                  <a:lnTo>
                    <a:pt x="2434692" y="0"/>
                  </a:lnTo>
                  <a:lnTo>
                    <a:pt x="2434692" y="772980"/>
                  </a:lnTo>
                  <a:lnTo>
                    <a:pt x="0" y="772980"/>
                  </a:ln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434692" cy="801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42596" y="3506678"/>
            <a:ext cx="3074808" cy="2429098"/>
          </a:xfrm>
          <a:custGeom>
            <a:avLst/>
            <a:gdLst/>
            <a:ahLst/>
            <a:cxnLst/>
            <a:rect r="r" b="b" t="t" l="l"/>
            <a:pathLst>
              <a:path h="2429098" w="3074808">
                <a:moveTo>
                  <a:pt x="0" y="0"/>
                </a:moveTo>
                <a:lnTo>
                  <a:pt x="3074808" y="0"/>
                </a:lnTo>
                <a:lnTo>
                  <a:pt x="3074808" y="2429098"/>
                </a:lnTo>
                <a:lnTo>
                  <a:pt x="0" y="2429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grpSp>
        <p:nvGrpSpPr>
          <p:cNvPr name="Group 12" id="12"/>
          <p:cNvGrpSpPr/>
          <p:nvPr/>
        </p:nvGrpSpPr>
        <p:grpSpPr>
          <a:xfrm rot="0">
            <a:off x="1698430" y="6651368"/>
            <a:ext cx="4163139" cy="850360"/>
            <a:chOff x="0" y="0"/>
            <a:chExt cx="1864969" cy="3809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4969" cy="380937"/>
            </a:xfrm>
            <a:custGeom>
              <a:avLst/>
              <a:gdLst/>
              <a:ahLst/>
              <a:cxnLst/>
              <a:rect r="r" b="b" t="t" l="l"/>
              <a:pathLst>
                <a:path h="380937" w="1864969">
                  <a:moveTo>
                    <a:pt x="0" y="0"/>
                  </a:moveTo>
                  <a:lnTo>
                    <a:pt x="1864969" y="0"/>
                  </a:lnTo>
                  <a:lnTo>
                    <a:pt x="1864969" y="380937"/>
                  </a:lnTo>
                  <a:lnTo>
                    <a:pt x="0" y="380937"/>
                  </a:lnTo>
                  <a:close/>
                </a:path>
              </a:pathLst>
            </a:custGeom>
            <a:ln w="19050" cap="sq">
              <a:solidFill>
                <a:srgbClr val="D6CCC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864969" cy="409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872800" y="6442606"/>
            <a:ext cx="1814400" cy="417525"/>
            <a:chOff x="0" y="0"/>
            <a:chExt cx="812800" cy="187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187040"/>
            </a:xfrm>
            <a:custGeom>
              <a:avLst/>
              <a:gdLst/>
              <a:ahLst/>
              <a:cxnLst/>
              <a:rect r="r" b="b" t="t" l="l"/>
              <a:pathLst>
                <a:path h="18704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7040"/>
                  </a:lnTo>
                  <a:lnTo>
                    <a:pt x="0" y="187040"/>
                  </a:ln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12800" cy="215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98430" y="1652906"/>
            <a:ext cx="4163139" cy="1138180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5"/>
              </a:lnSpc>
            </a:pPr>
            <a:r>
              <a:rPr lang="en-US" sz="663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ENJOY FREE WIFI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98988" y="6512430"/>
            <a:ext cx="962025" cy="252984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143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NETWORK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95410" y="6987524"/>
            <a:ext cx="2969181" cy="296292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3"/>
              </a:lnSpc>
            </a:pPr>
            <a:r>
              <a:rPr lang="en-US" sz="175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WoodlandRetreatGuests116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98430" y="8016810"/>
            <a:ext cx="4163139" cy="850360"/>
            <a:chOff x="0" y="0"/>
            <a:chExt cx="1864969" cy="3809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64969" cy="380937"/>
            </a:xfrm>
            <a:custGeom>
              <a:avLst/>
              <a:gdLst/>
              <a:ahLst/>
              <a:cxnLst/>
              <a:rect r="r" b="b" t="t" l="l"/>
              <a:pathLst>
                <a:path h="380937" w="1864969">
                  <a:moveTo>
                    <a:pt x="0" y="0"/>
                  </a:moveTo>
                  <a:lnTo>
                    <a:pt x="1864969" y="0"/>
                  </a:lnTo>
                  <a:lnTo>
                    <a:pt x="1864969" y="380937"/>
                  </a:lnTo>
                  <a:lnTo>
                    <a:pt x="0" y="380937"/>
                  </a:lnTo>
                  <a:close/>
                </a:path>
              </a:pathLst>
            </a:custGeom>
            <a:ln w="19050" cap="sq">
              <a:solidFill>
                <a:srgbClr val="D6CCC2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864969" cy="409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72800" y="7808047"/>
            <a:ext cx="1814400" cy="417525"/>
            <a:chOff x="0" y="0"/>
            <a:chExt cx="812800" cy="187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187040"/>
            </a:xfrm>
            <a:custGeom>
              <a:avLst/>
              <a:gdLst/>
              <a:ahLst/>
              <a:cxnLst/>
              <a:rect r="r" b="b" t="t" l="l"/>
              <a:pathLst>
                <a:path h="18704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7040"/>
                  </a:lnTo>
                  <a:lnTo>
                    <a:pt x="0" y="187040"/>
                  </a:ln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812800" cy="215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249517" y="7877872"/>
            <a:ext cx="1060966" cy="252984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143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PASSWORD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11367" y="8352966"/>
            <a:ext cx="1937266" cy="296292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3"/>
              </a:lnSpc>
            </a:pPr>
            <a:r>
              <a:rPr lang="en-US" sz="175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WoodlandRetreat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1730" y="2281904"/>
            <a:ext cx="5176540" cy="7355809"/>
            <a:chOff x="0" y="0"/>
            <a:chExt cx="1855155" cy="26361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55155" cy="2636156"/>
            </a:xfrm>
            <a:custGeom>
              <a:avLst/>
              <a:gdLst/>
              <a:ahLst/>
              <a:cxnLst/>
              <a:rect r="r" b="b" t="t" l="l"/>
              <a:pathLst>
                <a:path h="2636156" w="1855155">
                  <a:moveTo>
                    <a:pt x="0" y="0"/>
                  </a:moveTo>
                  <a:lnTo>
                    <a:pt x="1855155" y="0"/>
                  </a:lnTo>
                  <a:lnTo>
                    <a:pt x="1855155" y="2636156"/>
                  </a:lnTo>
                  <a:lnTo>
                    <a:pt x="0" y="2636156"/>
                  </a:lnTo>
                  <a:close/>
                </a:path>
              </a:pathLst>
            </a:custGeom>
            <a:solidFill>
              <a:srgbClr val="EDEDE9">
                <a:alpha val="8470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55155" cy="2664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61623" y="2846945"/>
            <a:ext cx="4436754" cy="4450715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Dear valued guest,</a:t>
            </a:r>
          </a:p>
          <a:p>
            <a:pPr algn="ctr">
              <a:lnSpc>
                <a:spcPts val="1959"/>
              </a:lnSpc>
            </a:pPr>
          </a:p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We hope you enjoyed your stay with us and had a wonderful experience. We strive to provide our guests with the best possible service and accommodations, and we are always looking for ways to improve.</a:t>
            </a:r>
          </a:p>
          <a:p>
            <a:pPr algn="ctr">
              <a:lnSpc>
                <a:spcPts val="1959"/>
              </a:lnSpc>
            </a:pPr>
          </a:p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If you have a few moments to spare, we would greatly appreciate it if you could leave us a review on our website or social media channels. </a:t>
            </a:r>
          </a:p>
          <a:p>
            <a:pPr algn="ctr">
              <a:lnSpc>
                <a:spcPts val="1959"/>
              </a:lnSpc>
            </a:pPr>
          </a:p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Your feedback is extremely important to us and helps us to continue to provide exceptional service to future guests.</a:t>
            </a:r>
          </a:p>
          <a:p>
            <a:pPr algn="ctr">
              <a:lnSpc>
                <a:spcPts val="1959"/>
              </a:lnSpc>
            </a:pPr>
          </a:p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Thank you again for choosing to stay with us, and we look forward to hosting you again in the future.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349863" y="7972571"/>
            <a:ext cx="863144" cy="86314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467312" y="7972571"/>
            <a:ext cx="863144" cy="8631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29544" y="7972571"/>
            <a:ext cx="863144" cy="86314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636594" y="8100639"/>
            <a:ext cx="286811" cy="607008"/>
          </a:xfrm>
          <a:custGeom>
            <a:avLst/>
            <a:gdLst/>
            <a:ahLst/>
            <a:cxnLst/>
            <a:rect r="r" b="b" t="t" l="l"/>
            <a:pathLst>
              <a:path h="607008" w="286811">
                <a:moveTo>
                  <a:pt x="0" y="0"/>
                </a:moveTo>
                <a:lnTo>
                  <a:pt x="286812" y="0"/>
                </a:lnTo>
                <a:lnTo>
                  <a:pt x="286812" y="607008"/>
                </a:lnTo>
                <a:lnTo>
                  <a:pt x="0" y="607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2384748" y="8127775"/>
            <a:ext cx="552736" cy="552736"/>
          </a:xfrm>
          <a:custGeom>
            <a:avLst/>
            <a:gdLst/>
            <a:ahLst/>
            <a:cxnLst/>
            <a:rect r="r" b="b" t="t" l="l"/>
            <a:pathLst>
              <a:path h="552736" w="552736">
                <a:moveTo>
                  <a:pt x="0" y="0"/>
                </a:moveTo>
                <a:lnTo>
                  <a:pt x="552737" y="0"/>
                </a:lnTo>
                <a:lnTo>
                  <a:pt x="552737" y="552736"/>
                </a:lnTo>
                <a:lnTo>
                  <a:pt x="0" y="552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 flipH="false" flipV="false" rot="0">
            <a:off x="4621783" y="8127775"/>
            <a:ext cx="554200" cy="554200"/>
          </a:xfrm>
          <a:custGeom>
            <a:avLst/>
            <a:gdLst/>
            <a:ahLst/>
            <a:cxnLst/>
            <a:rect r="r" b="b" t="t" l="l"/>
            <a:pathLst>
              <a:path h="554200" w="554200">
                <a:moveTo>
                  <a:pt x="0" y="0"/>
                </a:moveTo>
                <a:lnTo>
                  <a:pt x="554201" y="0"/>
                </a:lnTo>
                <a:lnTo>
                  <a:pt x="554201" y="554200"/>
                </a:lnTo>
                <a:lnTo>
                  <a:pt x="0" y="554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TextBox 24" id="24"/>
          <p:cNvSpPr txBox="true"/>
          <p:nvPr/>
        </p:nvSpPr>
        <p:spPr>
          <a:xfrm rot="0">
            <a:off x="1191730" y="854417"/>
            <a:ext cx="5176540" cy="1427487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19"/>
              </a:lnSpc>
            </a:pPr>
            <a:r>
              <a:rPr lang="en-US" sz="8299">
                <a:solidFill>
                  <a:srgbClr val="FF67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LEAVE A REVIEW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4582" y="3479657"/>
            <a:ext cx="401448" cy="415470"/>
          </a:xfrm>
          <a:custGeom>
            <a:avLst/>
            <a:gdLst/>
            <a:ahLst/>
            <a:cxnLst/>
            <a:rect r="r" b="b" t="t" l="l"/>
            <a:pathLst>
              <a:path h="415470" w="401448">
                <a:moveTo>
                  <a:pt x="0" y="0"/>
                </a:moveTo>
                <a:lnTo>
                  <a:pt x="401448" y="0"/>
                </a:lnTo>
                <a:lnTo>
                  <a:pt x="401448" y="415469"/>
                </a:lnTo>
                <a:lnTo>
                  <a:pt x="0" y="41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811522" y="3517900"/>
            <a:ext cx="4210203" cy="5934202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"/>
              </a:lnSpc>
            </a:pPr>
            <a:r>
              <a:rPr lang="en-US" sz="111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Strip the beds of linens and pillowcases that have been used during their stay.</a:t>
            </a:r>
          </a:p>
          <a:p>
            <a:pPr algn="l">
              <a:lnSpc>
                <a:spcPts val="1567"/>
              </a:lnSpc>
            </a:pPr>
          </a:p>
          <a:p>
            <a:pPr algn="l">
              <a:lnSpc>
                <a:spcPts val="1567"/>
              </a:lnSpc>
            </a:pPr>
            <a:r>
              <a:rPr lang="en-US" sz="111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Collect all the used towels and place them in a designated area.</a:t>
            </a:r>
          </a:p>
          <a:p>
            <a:pPr algn="l">
              <a:lnSpc>
                <a:spcPts val="1567"/>
              </a:lnSpc>
            </a:pPr>
          </a:p>
          <a:p>
            <a:pPr algn="l">
              <a:lnSpc>
                <a:spcPts val="1567"/>
              </a:lnSpc>
            </a:pPr>
            <a:r>
              <a:rPr lang="en-US" sz="111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Take out any garbage and recyclables to the proper bins outside.</a:t>
            </a:r>
          </a:p>
          <a:p>
            <a:pPr algn="l">
              <a:lnSpc>
                <a:spcPts val="1567"/>
              </a:lnSpc>
            </a:pPr>
          </a:p>
          <a:p>
            <a:pPr algn="l">
              <a:lnSpc>
                <a:spcPts val="1567"/>
              </a:lnSpc>
            </a:pPr>
            <a:r>
              <a:rPr lang="en-US" sz="111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Clean and put away any dishes that were used during their stay.</a:t>
            </a:r>
          </a:p>
          <a:p>
            <a:pPr algn="l">
              <a:lnSpc>
                <a:spcPts val="1567"/>
              </a:lnSpc>
            </a:pPr>
          </a:p>
          <a:p>
            <a:pPr algn="l">
              <a:lnSpc>
                <a:spcPts val="1567"/>
              </a:lnSpc>
            </a:pPr>
            <a:r>
              <a:rPr lang="en-US" sz="111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Wipe down and clean the kitchen counters, stovetop, and sink.</a:t>
            </a:r>
          </a:p>
          <a:p>
            <a:pPr algn="l">
              <a:lnSpc>
                <a:spcPts val="1567"/>
              </a:lnSpc>
            </a:pPr>
          </a:p>
          <a:p>
            <a:pPr algn="l">
              <a:lnSpc>
                <a:spcPts val="1567"/>
              </a:lnSpc>
            </a:pPr>
            <a:r>
              <a:rPr lang="en-US" sz="111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Remove any food from the refrigerator and cabinets that they brought in.</a:t>
            </a:r>
          </a:p>
          <a:p>
            <a:pPr algn="l">
              <a:lnSpc>
                <a:spcPts val="1567"/>
              </a:lnSpc>
            </a:pPr>
          </a:p>
          <a:p>
            <a:pPr algn="l">
              <a:lnSpc>
                <a:spcPts val="1567"/>
              </a:lnSpc>
            </a:pPr>
            <a:r>
              <a:rPr lang="en-US" sz="111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Turn off any lights and electrical appliances that are not needed.</a:t>
            </a:r>
          </a:p>
          <a:p>
            <a:pPr algn="l">
              <a:lnSpc>
                <a:spcPts val="1567"/>
              </a:lnSpc>
            </a:pPr>
          </a:p>
          <a:p>
            <a:pPr algn="l">
              <a:lnSpc>
                <a:spcPts val="1567"/>
              </a:lnSpc>
            </a:pPr>
            <a:r>
              <a:rPr lang="en-US" sz="111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Lock all doors and windows (including the patio doors) before leaving the Airbnb.</a:t>
            </a:r>
          </a:p>
          <a:p>
            <a:pPr algn="l">
              <a:lnSpc>
                <a:spcPts val="1567"/>
              </a:lnSpc>
            </a:pPr>
          </a:p>
          <a:p>
            <a:pPr algn="l">
              <a:lnSpc>
                <a:spcPts val="1567"/>
              </a:lnSpc>
            </a:pPr>
            <a:r>
              <a:rPr lang="en-US" sz="111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Leave the key(s) in the designated spot and make sure it is secure.</a:t>
            </a:r>
          </a:p>
          <a:p>
            <a:pPr algn="l">
              <a:lnSpc>
                <a:spcPts val="1567"/>
              </a:lnSpc>
            </a:pPr>
          </a:p>
          <a:p>
            <a:pPr algn="l">
              <a:lnSpc>
                <a:spcPts val="1567"/>
              </a:lnSpc>
            </a:pPr>
            <a:r>
              <a:rPr lang="en-US" sz="111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Leave a note or message for the host if they have any concerns or feedback about their stay.</a:t>
            </a:r>
          </a:p>
          <a:p>
            <a:pPr algn="l">
              <a:lnSpc>
                <a:spcPts val="1567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001231" y="1239898"/>
            <a:ext cx="5533016" cy="1725510"/>
            <a:chOff x="0" y="0"/>
            <a:chExt cx="2478635" cy="772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78635" cy="772980"/>
            </a:xfrm>
            <a:custGeom>
              <a:avLst/>
              <a:gdLst/>
              <a:ahLst/>
              <a:cxnLst/>
              <a:rect r="r" b="b" t="t" l="l"/>
              <a:pathLst>
                <a:path h="772980" w="2478635">
                  <a:moveTo>
                    <a:pt x="0" y="0"/>
                  </a:moveTo>
                  <a:lnTo>
                    <a:pt x="2478635" y="0"/>
                  </a:lnTo>
                  <a:lnTo>
                    <a:pt x="2478635" y="772980"/>
                  </a:lnTo>
                  <a:lnTo>
                    <a:pt x="0" y="772980"/>
                  </a:ln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478635" cy="801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62248" y="1558790"/>
            <a:ext cx="4035504" cy="1138180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5"/>
              </a:lnSpc>
            </a:pPr>
            <a:r>
              <a:rPr lang="en-US" sz="663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CHECK-OUT DAY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04582" y="4088801"/>
            <a:ext cx="401448" cy="415470"/>
          </a:xfrm>
          <a:custGeom>
            <a:avLst/>
            <a:gdLst/>
            <a:ahLst/>
            <a:cxnLst/>
            <a:rect r="r" b="b" t="t" l="l"/>
            <a:pathLst>
              <a:path h="415470" w="401448">
                <a:moveTo>
                  <a:pt x="0" y="0"/>
                </a:moveTo>
                <a:lnTo>
                  <a:pt x="401448" y="0"/>
                </a:lnTo>
                <a:lnTo>
                  <a:pt x="401448" y="415470"/>
                </a:lnTo>
                <a:lnTo>
                  <a:pt x="0" y="41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304582" y="4694771"/>
            <a:ext cx="401448" cy="415470"/>
          </a:xfrm>
          <a:custGeom>
            <a:avLst/>
            <a:gdLst/>
            <a:ahLst/>
            <a:cxnLst/>
            <a:rect r="r" b="b" t="t" l="l"/>
            <a:pathLst>
              <a:path h="415470" w="401448">
                <a:moveTo>
                  <a:pt x="0" y="0"/>
                </a:moveTo>
                <a:lnTo>
                  <a:pt x="401448" y="0"/>
                </a:lnTo>
                <a:lnTo>
                  <a:pt x="401448" y="415470"/>
                </a:lnTo>
                <a:lnTo>
                  <a:pt x="0" y="41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304582" y="5274821"/>
            <a:ext cx="401448" cy="415470"/>
          </a:xfrm>
          <a:custGeom>
            <a:avLst/>
            <a:gdLst/>
            <a:ahLst/>
            <a:cxnLst/>
            <a:rect r="r" b="b" t="t" l="l"/>
            <a:pathLst>
              <a:path h="415470" w="401448">
                <a:moveTo>
                  <a:pt x="0" y="0"/>
                </a:moveTo>
                <a:lnTo>
                  <a:pt x="401448" y="0"/>
                </a:lnTo>
                <a:lnTo>
                  <a:pt x="401448" y="415470"/>
                </a:lnTo>
                <a:lnTo>
                  <a:pt x="0" y="41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304582" y="5880791"/>
            <a:ext cx="401448" cy="415470"/>
          </a:xfrm>
          <a:custGeom>
            <a:avLst/>
            <a:gdLst/>
            <a:ahLst/>
            <a:cxnLst/>
            <a:rect r="r" b="b" t="t" l="l"/>
            <a:pathLst>
              <a:path h="415470" w="401448">
                <a:moveTo>
                  <a:pt x="0" y="0"/>
                </a:moveTo>
                <a:lnTo>
                  <a:pt x="401448" y="0"/>
                </a:lnTo>
                <a:lnTo>
                  <a:pt x="401448" y="415470"/>
                </a:lnTo>
                <a:lnTo>
                  <a:pt x="0" y="41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304582" y="6489936"/>
            <a:ext cx="401448" cy="415470"/>
          </a:xfrm>
          <a:custGeom>
            <a:avLst/>
            <a:gdLst/>
            <a:ahLst/>
            <a:cxnLst/>
            <a:rect r="r" b="b" t="t" l="l"/>
            <a:pathLst>
              <a:path h="415470" w="401448">
                <a:moveTo>
                  <a:pt x="0" y="0"/>
                </a:moveTo>
                <a:lnTo>
                  <a:pt x="401448" y="0"/>
                </a:lnTo>
                <a:lnTo>
                  <a:pt x="401448" y="415470"/>
                </a:lnTo>
                <a:lnTo>
                  <a:pt x="0" y="41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1304582" y="7095906"/>
            <a:ext cx="401448" cy="415470"/>
          </a:xfrm>
          <a:custGeom>
            <a:avLst/>
            <a:gdLst/>
            <a:ahLst/>
            <a:cxnLst/>
            <a:rect r="r" b="b" t="t" l="l"/>
            <a:pathLst>
              <a:path h="415470" w="401448">
                <a:moveTo>
                  <a:pt x="0" y="0"/>
                </a:moveTo>
                <a:lnTo>
                  <a:pt x="401448" y="0"/>
                </a:lnTo>
                <a:lnTo>
                  <a:pt x="401448" y="415470"/>
                </a:lnTo>
                <a:lnTo>
                  <a:pt x="0" y="41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304582" y="7664616"/>
            <a:ext cx="401448" cy="415470"/>
          </a:xfrm>
          <a:custGeom>
            <a:avLst/>
            <a:gdLst/>
            <a:ahLst/>
            <a:cxnLst/>
            <a:rect r="r" b="b" t="t" l="l"/>
            <a:pathLst>
              <a:path h="415470" w="401448">
                <a:moveTo>
                  <a:pt x="0" y="0"/>
                </a:moveTo>
                <a:lnTo>
                  <a:pt x="401448" y="0"/>
                </a:lnTo>
                <a:lnTo>
                  <a:pt x="401448" y="415470"/>
                </a:lnTo>
                <a:lnTo>
                  <a:pt x="0" y="41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1304582" y="8270586"/>
            <a:ext cx="401448" cy="415470"/>
          </a:xfrm>
          <a:custGeom>
            <a:avLst/>
            <a:gdLst/>
            <a:ahLst/>
            <a:cxnLst/>
            <a:rect r="r" b="b" t="t" l="l"/>
            <a:pathLst>
              <a:path h="415470" w="401448">
                <a:moveTo>
                  <a:pt x="0" y="0"/>
                </a:moveTo>
                <a:lnTo>
                  <a:pt x="401448" y="0"/>
                </a:lnTo>
                <a:lnTo>
                  <a:pt x="401448" y="415470"/>
                </a:lnTo>
                <a:lnTo>
                  <a:pt x="0" y="41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1304582" y="8839296"/>
            <a:ext cx="401448" cy="415470"/>
          </a:xfrm>
          <a:custGeom>
            <a:avLst/>
            <a:gdLst/>
            <a:ahLst/>
            <a:cxnLst/>
            <a:rect r="r" b="b" t="t" l="l"/>
            <a:pathLst>
              <a:path h="415470" w="401448">
                <a:moveTo>
                  <a:pt x="0" y="0"/>
                </a:moveTo>
                <a:lnTo>
                  <a:pt x="401448" y="0"/>
                </a:lnTo>
                <a:lnTo>
                  <a:pt x="401448" y="415470"/>
                </a:lnTo>
                <a:lnTo>
                  <a:pt x="0" y="41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4384" y="1829327"/>
            <a:ext cx="3752660" cy="37526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537648" y="2788825"/>
            <a:ext cx="2426132" cy="1865916"/>
          </a:xfrm>
          <a:custGeom>
            <a:avLst/>
            <a:gdLst/>
            <a:ahLst/>
            <a:cxnLst/>
            <a:rect r="r" b="b" t="t" l="l"/>
            <a:pathLst>
              <a:path h="1865916" w="2426132">
                <a:moveTo>
                  <a:pt x="0" y="0"/>
                </a:moveTo>
                <a:lnTo>
                  <a:pt x="2426132" y="0"/>
                </a:lnTo>
                <a:lnTo>
                  <a:pt x="2426132" y="1865916"/>
                </a:lnTo>
                <a:lnTo>
                  <a:pt x="0" y="1865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1782906" y="6212748"/>
            <a:ext cx="3994187" cy="1570910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NO SMOKING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Except in designated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area outside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1236" y="8602547"/>
            <a:ext cx="1177528" cy="273685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THANK YOU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772106" y="8777490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5" id="15"/>
          <p:cNvSpPr/>
          <p:nvPr/>
        </p:nvSpPr>
        <p:spPr>
          <a:xfrm flipV="true">
            <a:off x="4461431" y="8748915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4384" y="1829327"/>
            <a:ext cx="3752660" cy="37526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43552" y="6032138"/>
            <a:ext cx="4272895" cy="2101209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NO LOUD NOISE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AFTER 10PM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Please be courteous to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our neighbours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1236" y="8602547"/>
            <a:ext cx="1177528" cy="273685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THANK YOU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772106" y="8777490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 flipV="true">
            <a:off x="4461431" y="8748915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2553977" y="2704749"/>
            <a:ext cx="2393475" cy="2001816"/>
          </a:xfrm>
          <a:custGeom>
            <a:avLst/>
            <a:gdLst/>
            <a:ahLst/>
            <a:cxnLst/>
            <a:rect r="r" b="b" t="t" l="l"/>
            <a:pathLst>
              <a:path h="2001816" w="2393475">
                <a:moveTo>
                  <a:pt x="0" y="0"/>
                </a:moveTo>
                <a:lnTo>
                  <a:pt x="2393475" y="0"/>
                </a:lnTo>
                <a:lnTo>
                  <a:pt x="2393475" y="2001816"/>
                </a:lnTo>
                <a:lnTo>
                  <a:pt x="0" y="20018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4384" y="1829327"/>
            <a:ext cx="3752660" cy="37526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96862" y="5859859"/>
            <a:ext cx="4966276" cy="2101209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NO PETS ALLOWED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Strictly no exceptions - we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are sorry for any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inconvenience caused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1236" y="8602547"/>
            <a:ext cx="1177528" cy="273685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THANK YOU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772106" y="8777490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 flipV="true">
            <a:off x="4461431" y="8748915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3204009" y="3273346"/>
            <a:ext cx="1093410" cy="864622"/>
          </a:xfrm>
          <a:custGeom>
            <a:avLst/>
            <a:gdLst/>
            <a:ahLst/>
            <a:cxnLst/>
            <a:rect r="r" b="b" t="t" l="l"/>
            <a:pathLst>
              <a:path h="864622" w="1093410">
                <a:moveTo>
                  <a:pt x="0" y="0"/>
                </a:moveTo>
                <a:lnTo>
                  <a:pt x="1093411" y="0"/>
                </a:lnTo>
                <a:lnTo>
                  <a:pt x="1093411" y="864622"/>
                </a:lnTo>
                <a:lnTo>
                  <a:pt x="0" y="86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true" flipV="false" rot="0">
            <a:off x="2725254" y="2680197"/>
            <a:ext cx="2050921" cy="2050921"/>
          </a:xfrm>
          <a:custGeom>
            <a:avLst/>
            <a:gdLst/>
            <a:ahLst/>
            <a:cxnLst/>
            <a:rect r="r" b="b" t="t" l="l"/>
            <a:pathLst>
              <a:path h="2050921" w="2050921">
                <a:moveTo>
                  <a:pt x="2050921" y="0"/>
                </a:moveTo>
                <a:lnTo>
                  <a:pt x="0" y="0"/>
                </a:lnTo>
                <a:lnTo>
                  <a:pt x="0" y="2050920"/>
                </a:lnTo>
                <a:lnTo>
                  <a:pt x="2050921" y="2050920"/>
                </a:lnTo>
                <a:lnTo>
                  <a:pt x="205092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4384" y="1829327"/>
            <a:ext cx="3752660" cy="37526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95724" y="5859859"/>
            <a:ext cx="4568552" cy="1570910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PET FRIENDLY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Cats and dogs welcome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in our 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1236" y="8602547"/>
            <a:ext cx="1177528" cy="273685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THANK YOU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772106" y="8777490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 flipV="true">
            <a:off x="4461431" y="8748915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2487093" y="2706439"/>
            <a:ext cx="2527243" cy="1998436"/>
          </a:xfrm>
          <a:custGeom>
            <a:avLst/>
            <a:gdLst/>
            <a:ahLst/>
            <a:cxnLst/>
            <a:rect r="r" b="b" t="t" l="l"/>
            <a:pathLst>
              <a:path h="1998436" w="2527243">
                <a:moveTo>
                  <a:pt x="0" y="0"/>
                </a:moveTo>
                <a:lnTo>
                  <a:pt x="2527243" y="0"/>
                </a:lnTo>
                <a:lnTo>
                  <a:pt x="2527243" y="1998436"/>
                </a:lnTo>
                <a:lnTo>
                  <a:pt x="0" y="1998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4384" y="1829327"/>
            <a:ext cx="3752660" cy="37526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772106" y="8777490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461431" y="8748915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2523510" y="2463071"/>
            <a:ext cx="2454409" cy="2626313"/>
          </a:xfrm>
          <a:custGeom>
            <a:avLst/>
            <a:gdLst/>
            <a:ahLst/>
            <a:cxnLst/>
            <a:rect r="r" b="b" t="t" l="l"/>
            <a:pathLst>
              <a:path h="2626313" w="2454409">
                <a:moveTo>
                  <a:pt x="0" y="0"/>
                </a:moveTo>
                <a:lnTo>
                  <a:pt x="2454409" y="0"/>
                </a:lnTo>
                <a:lnTo>
                  <a:pt x="2454409" y="2626313"/>
                </a:lnTo>
                <a:lnTo>
                  <a:pt x="0" y="262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537907" y="5859859"/>
            <a:ext cx="4484186" cy="1570910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SAVE ENERGY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Please turn off the lights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when not in use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91236" y="8602547"/>
            <a:ext cx="1177528" cy="273685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THANK YOU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4384" y="1829327"/>
            <a:ext cx="3752660" cy="37526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772106" y="8777490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461431" y="8748915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2411108" y="2820542"/>
            <a:ext cx="2679214" cy="2041074"/>
          </a:xfrm>
          <a:custGeom>
            <a:avLst/>
            <a:gdLst/>
            <a:ahLst/>
            <a:cxnLst/>
            <a:rect r="r" b="b" t="t" l="l"/>
            <a:pathLst>
              <a:path h="2041074" w="2679214">
                <a:moveTo>
                  <a:pt x="0" y="0"/>
                </a:moveTo>
                <a:lnTo>
                  <a:pt x="2679213" y="0"/>
                </a:lnTo>
                <a:lnTo>
                  <a:pt x="2679213" y="2041074"/>
                </a:lnTo>
                <a:lnTo>
                  <a:pt x="0" y="2041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449963" y="5859859"/>
            <a:ext cx="4660073" cy="1570910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TOWELS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Please leave dirty towels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in the bath or shower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91236" y="8602547"/>
            <a:ext cx="1177528" cy="273685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THANK YOU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4384" y="1829327"/>
            <a:ext cx="3752660" cy="37526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05152" y="5859859"/>
            <a:ext cx="5149696" cy="1570910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NO SHOES INSIDE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Please remove all footwear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at the front door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1236" y="8602547"/>
            <a:ext cx="1177528" cy="273685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THANK YOU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772106" y="8777490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 flipV="true">
            <a:off x="4461431" y="8748915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2594495" y="2658753"/>
            <a:ext cx="2312440" cy="2093809"/>
          </a:xfrm>
          <a:custGeom>
            <a:avLst/>
            <a:gdLst/>
            <a:ahLst/>
            <a:cxnLst/>
            <a:rect r="r" b="b" t="t" l="l"/>
            <a:pathLst>
              <a:path h="2093809" w="2312440">
                <a:moveTo>
                  <a:pt x="0" y="0"/>
                </a:moveTo>
                <a:lnTo>
                  <a:pt x="2312439" y="0"/>
                </a:lnTo>
                <a:lnTo>
                  <a:pt x="2312439" y="2093809"/>
                </a:lnTo>
                <a:lnTo>
                  <a:pt x="0" y="209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F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756000"/>
            <a:ext cx="6048000" cy="9180000"/>
            <a:chOff x="0" y="0"/>
            <a:chExt cx="2167467" cy="3289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3289905"/>
            </a:xfrm>
            <a:custGeom>
              <a:avLst/>
              <a:gdLst/>
              <a:ahLst/>
              <a:cxnLst/>
              <a:rect r="r" b="b" t="t" l="l"/>
              <a:pathLst>
                <a:path h="3289905" w="2167467">
                  <a:moveTo>
                    <a:pt x="0" y="0"/>
                  </a:moveTo>
                  <a:lnTo>
                    <a:pt x="2167467" y="0"/>
                  </a:lnTo>
                  <a:lnTo>
                    <a:pt x="2167467" y="3289905"/>
                  </a:lnTo>
                  <a:lnTo>
                    <a:pt x="0" y="32899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7467" cy="3318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8154" y="388154"/>
            <a:ext cx="6783692" cy="9915692"/>
            <a:chOff x="0" y="0"/>
            <a:chExt cx="2431122" cy="3553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122" cy="3553560"/>
            </a:xfrm>
            <a:custGeom>
              <a:avLst/>
              <a:gdLst/>
              <a:ahLst/>
              <a:cxnLst/>
              <a:rect r="r" b="b" t="t" l="l"/>
              <a:pathLst>
                <a:path h="3553560" w="2431122">
                  <a:moveTo>
                    <a:pt x="0" y="0"/>
                  </a:moveTo>
                  <a:lnTo>
                    <a:pt x="2431122" y="0"/>
                  </a:lnTo>
                  <a:lnTo>
                    <a:pt x="2431122" y="3553560"/>
                  </a:lnTo>
                  <a:lnTo>
                    <a:pt x="0" y="35535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31122" cy="35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4384" y="1829327"/>
            <a:ext cx="3752660" cy="37526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CCC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772106" y="9277416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461431" y="9248841"/>
            <a:ext cx="1315662" cy="0"/>
          </a:xfrm>
          <a:prstGeom prst="line">
            <a:avLst/>
          </a:prstGeom>
          <a:ln cap="flat" w="19050">
            <a:solidFill>
              <a:srgbClr val="0F2F6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2653999" y="2368199"/>
            <a:ext cx="2193431" cy="2674916"/>
          </a:xfrm>
          <a:custGeom>
            <a:avLst/>
            <a:gdLst/>
            <a:ahLst/>
            <a:cxnLst/>
            <a:rect r="r" b="b" t="t" l="l"/>
            <a:pathLst>
              <a:path h="2674916" w="2193431">
                <a:moveTo>
                  <a:pt x="0" y="0"/>
                </a:moveTo>
                <a:lnTo>
                  <a:pt x="2193431" y="0"/>
                </a:lnTo>
                <a:lnTo>
                  <a:pt x="2193431" y="2674916"/>
                </a:lnTo>
                <a:lnTo>
                  <a:pt x="0" y="2674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>
            <a:solidFill/>
          </a:ln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058266" y="5877859"/>
            <a:ext cx="5443469" cy="2631507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 Bold"/>
                <a:ea typeface="Now Bold"/>
                <a:cs typeface="Now Bold"/>
                <a:sym typeface="Now Bold"/>
              </a:rPr>
              <a:t>TOILET PAPER ONLY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Please do not flush anything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other than toilet paper down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the toilet</a:t>
            </a: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 - please use</a:t>
            </a:r>
          </a:p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bin provided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91236" y="9102473"/>
            <a:ext cx="1177528" cy="273685"/>
          </a:xfrm>
          <a:prstGeom prst="rect">
            <a:avLst/>
          </a:prstGeom>
          <a:ln>
            <a:solidFill/>
          </a:ln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F2F61"/>
                </a:solidFill>
                <a:latin typeface="Now"/>
                <a:ea typeface="Now"/>
                <a:cs typeface="Now"/>
                <a:sym typeface="Now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DAHDZH2BTjo</dc:identifier>
  <dcterms:modified xsi:type="dcterms:W3CDTF">2011-08-01T06:04:30Z</dcterms:modified>
  <cp:revision>1</cp:revision>
  <dc:title>Copy of Airbnb &amp; Host Printable Signs_DPH</dc:title>
</cp:coreProperties>
</file>